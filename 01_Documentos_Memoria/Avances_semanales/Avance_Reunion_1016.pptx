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3" r:id="rId4"/>
    <p:sldId id="265" r:id="rId5"/>
    <p:sldId id="257" r:id="rId6"/>
    <p:sldId id="258" r:id="rId7"/>
    <p:sldId id="259" r:id="rId8"/>
    <p:sldId id="262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643233-7CC3-419F-9E76-240615C50AEC}" v="5" dt="2026-10-16T14:17:28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Ignacio Arriagada Cuadra" userId="a9850ae8-662f-4edb-84f3-e27fd14db11f" providerId="ADAL" clId="{F59FD735-7D92-4883-8546-76205F8FBA5F}"/>
    <pc:docChg chg="undo redo custSel addSld delSld modSld sldOrd">
      <pc:chgData name="José Ignacio Arriagada Cuadra" userId="a9850ae8-662f-4edb-84f3-e27fd14db11f" providerId="ADAL" clId="{F59FD735-7D92-4883-8546-76205F8FBA5F}" dt="2026-10-16T14:23:37.616" v="3239" actId="20577"/>
      <pc:docMkLst>
        <pc:docMk/>
      </pc:docMkLst>
      <pc:sldChg chg="modSp mod">
        <pc:chgData name="José Ignacio Arriagada Cuadra" userId="a9850ae8-662f-4edb-84f3-e27fd14db11f" providerId="ADAL" clId="{F59FD735-7D92-4883-8546-76205F8FBA5F}" dt="2026-10-16T01:46:47.316" v="2288" actId="20577"/>
        <pc:sldMkLst>
          <pc:docMk/>
          <pc:sldMk cId="0" sldId="256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16T01:46:47.316" v="2288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José Ignacio Arriagada Cuadra" userId="a9850ae8-662f-4edb-84f3-e27fd14db11f" providerId="ADAL" clId="{F59FD735-7D92-4883-8546-76205F8FBA5F}" dt="2026-10-16T02:18:41.108" v="2306" actId="20577"/>
        <pc:sldMkLst>
          <pc:docMk/>
          <pc:sldMk cId="0" sldId="257"/>
        </pc:sldMkLst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16T02:18:41.108" v="2306" actId="20577"/>
          <ac:spMkLst>
            <pc:docMk/>
            <pc:sldMk cId="0" sldId="257"/>
            <ac:spMk id="5" creationId="{00000000-0000-0000-0000-000000000000}"/>
          </ac:spMkLst>
        </pc:spChg>
      </pc:sldChg>
      <pc:sldChg chg="addSp delSp modSp mod">
        <pc:chgData name="José Ignacio Arriagada Cuadra" userId="a9850ae8-662f-4edb-84f3-e27fd14db11f" providerId="ADAL" clId="{F59FD735-7D92-4883-8546-76205F8FBA5F}" dt="2026-10-09T01:39:26.649" v="2247" actId="1076"/>
        <pc:sldMkLst>
          <pc:docMk/>
          <pc:sldMk cId="0" sldId="258"/>
        </pc:sldMkLst>
        <pc:spChg chg="mod">
          <ac:chgData name="José Ignacio Arriagada Cuadra" userId="a9850ae8-662f-4edb-84f3-e27fd14db11f" providerId="ADAL" clId="{F59FD735-7D92-4883-8546-76205F8FBA5F}" dt="2026-10-08T23:35:46.345" v="919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José Ignacio Arriagada Cuadra" userId="a9850ae8-662f-4edb-84f3-e27fd14db11f" providerId="ADAL" clId="{F59FD735-7D92-4883-8546-76205F8FBA5F}" dt="2026-10-08T23:33:12.895" v="832" actId="790"/>
          <ac:spMkLst>
            <pc:docMk/>
            <pc:sldMk cId="0" sldId="258"/>
            <ac:spMk id="4" creationId="{00000000-0000-0000-0000-000000000000}"/>
          </ac:spMkLst>
        </pc:spChg>
        <pc:picChg chg="add mod">
          <ac:chgData name="José Ignacio Arriagada Cuadra" userId="a9850ae8-662f-4edb-84f3-e27fd14db11f" providerId="ADAL" clId="{F59FD735-7D92-4883-8546-76205F8FBA5F}" dt="2026-10-09T01:39:26.649" v="2247" actId="1076"/>
          <ac:picMkLst>
            <pc:docMk/>
            <pc:sldMk cId="0" sldId="258"/>
            <ac:picMk id="32" creationId="{301795FA-6469-F0A8-AE2B-F0B90E58ECFB}"/>
          </ac:picMkLst>
        </pc:picChg>
      </pc:sldChg>
      <pc:sldChg chg="addSp delSp modSp add mod">
        <pc:chgData name="José Ignacio Arriagada Cuadra" userId="a9850ae8-662f-4edb-84f3-e27fd14db11f" providerId="ADAL" clId="{F59FD735-7D92-4883-8546-76205F8FBA5F}" dt="2026-10-16T13:54:24.804" v="2631" actId="20577"/>
        <pc:sldMkLst>
          <pc:docMk/>
          <pc:sldMk cId="3190574246" sldId="259"/>
        </pc:sldMkLst>
        <pc:spChg chg="mod">
          <ac:chgData name="José Ignacio Arriagada Cuadra" userId="a9850ae8-662f-4edb-84f3-e27fd14db11f" providerId="ADAL" clId="{F59FD735-7D92-4883-8546-76205F8FBA5F}" dt="2026-10-08T23:58:08.445" v="972" actId="20577"/>
          <ac:spMkLst>
            <pc:docMk/>
            <pc:sldMk cId="3190574246" sldId="259"/>
            <ac:spMk id="3" creationId="{34B9C83C-3ADC-6695-4F76-072DE44DB0EF}"/>
          </ac:spMkLst>
        </pc:spChg>
        <pc:spChg chg="mod">
          <ac:chgData name="José Ignacio Arriagada Cuadra" userId="a9850ae8-662f-4edb-84f3-e27fd14db11f" providerId="ADAL" clId="{F59FD735-7D92-4883-8546-76205F8FBA5F}" dt="2026-10-09T00:44:46.079" v="1720" actId="20577"/>
          <ac:spMkLst>
            <pc:docMk/>
            <pc:sldMk cId="3190574246" sldId="259"/>
            <ac:spMk id="4" creationId="{B548EBFC-950F-9572-C287-F02D70377BE9}"/>
          </ac:spMkLst>
        </pc:spChg>
        <pc:spChg chg="add mod">
          <ac:chgData name="José Ignacio Arriagada Cuadra" userId="a9850ae8-662f-4edb-84f3-e27fd14db11f" providerId="ADAL" clId="{F59FD735-7D92-4883-8546-76205F8FBA5F}" dt="2026-10-16T13:49:32.034" v="2495" actId="20577"/>
          <ac:spMkLst>
            <pc:docMk/>
            <pc:sldMk cId="3190574246" sldId="259"/>
            <ac:spMk id="6" creationId="{3F5CFF3C-4CA0-EF5E-A670-0FEFA63A26B0}"/>
          </ac:spMkLst>
        </pc:spChg>
        <pc:spChg chg="add del mod">
          <ac:chgData name="José Ignacio Arriagada Cuadra" userId="a9850ae8-662f-4edb-84f3-e27fd14db11f" providerId="ADAL" clId="{F59FD735-7D92-4883-8546-76205F8FBA5F}" dt="2026-10-16T01:47:28.956" v="2290" actId="478"/>
          <ac:spMkLst>
            <pc:docMk/>
            <pc:sldMk cId="3190574246" sldId="259"/>
            <ac:spMk id="8" creationId="{54577317-6D97-577A-1F20-C7CB177378CB}"/>
          </ac:spMkLst>
        </pc:spChg>
        <pc:spChg chg="add mod">
          <ac:chgData name="José Ignacio Arriagada Cuadra" userId="a9850ae8-662f-4edb-84f3-e27fd14db11f" providerId="ADAL" clId="{F59FD735-7D92-4883-8546-76205F8FBA5F}" dt="2026-10-16T13:54:24.804" v="2631" actId="20577"/>
          <ac:spMkLst>
            <pc:docMk/>
            <pc:sldMk cId="3190574246" sldId="259"/>
            <ac:spMk id="10" creationId="{E7B8C94D-CDA8-80D7-090D-8207F79A257D}"/>
          </ac:spMkLst>
        </pc:spChg>
      </pc:sldChg>
      <pc:sldChg chg="addSp delSp modSp add del mod">
        <pc:chgData name="José Ignacio Arriagada Cuadra" userId="a9850ae8-662f-4edb-84f3-e27fd14db11f" providerId="ADAL" clId="{F59FD735-7D92-4883-8546-76205F8FBA5F}" dt="2026-10-16T01:47:07.688" v="2289" actId="47"/>
        <pc:sldMkLst>
          <pc:docMk/>
          <pc:sldMk cId="3134317027" sldId="260"/>
        </pc:sldMkLst>
      </pc:sldChg>
      <pc:sldChg chg="addSp delSp modSp add del mod">
        <pc:chgData name="José Ignacio Arriagada Cuadra" userId="a9850ae8-662f-4edb-84f3-e27fd14db11f" providerId="ADAL" clId="{F59FD735-7D92-4883-8546-76205F8FBA5F}" dt="2026-10-16T02:37:19.248" v="2419" actId="47"/>
        <pc:sldMkLst>
          <pc:docMk/>
          <pc:sldMk cId="4005297440" sldId="261"/>
        </pc:sldMkLst>
      </pc:sldChg>
      <pc:sldChg chg="addSp delSp modSp add mod">
        <pc:chgData name="José Ignacio Arriagada Cuadra" userId="a9850ae8-662f-4edb-84f3-e27fd14db11f" providerId="ADAL" clId="{F59FD735-7D92-4883-8546-76205F8FBA5F}" dt="2026-10-16T13:59:07.541" v="2637" actId="1076"/>
        <pc:sldMkLst>
          <pc:docMk/>
          <pc:sldMk cId="3911920237" sldId="262"/>
        </pc:sldMkLst>
        <pc:spChg chg="mod">
          <ac:chgData name="José Ignacio Arriagada Cuadra" userId="a9850ae8-662f-4edb-84f3-e27fd14db11f" providerId="ADAL" clId="{F59FD735-7D92-4883-8546-76205F8FBA5F}" dt="2026-10-09T02:01:28.456" v="2274" actId="20577"/>
          <ac:spMkLst>
            <pc:docMk/>
            <pc:sldMk cId="3911920237" sldId="262"/>
            <ac:spMk id="4" creationId="{67C61A82-E1DA-83F8-3192-2B578FD240F7}"/>
          </ac:spMkLst>
        </pc:spChg>
        <pc:picChg chg="add del mod">
          <ac:chgData name="José Ignacio Arriagada Cuadra" userId="a9850ae8-662f-4edb-84f3-e27fd14db11f" providerId="ADAL" clId="{F59FD735-7D92-4883-8546-76205F8FBA5F}" dt="2026-10-16T13:58:36.808" v="2632" actId="478"/>
          <ac:picMkLst>
            <pc:docMk/>
            <pc:sldMk cId="3911920237" sldId="262"/>
            <ac:picMk id="6" creationId="{32E1F112-72FB-C924-ABEA-CD2BD46095E6}"/>
          </ac:picMkLst>
        </pc:picChg>
        <pc:picChg chg="add mod">
          <ac:chgData name="José Ignacio Arriagada Cuadra" userId="a9850ae8-662f-4edb-84f3-e27fd14db11f" providerId="ADAL" clId="{F59FD735-7D92-4883-8546-76205F8FBA5F}" dt="2026-10-16T13:59:07.541" v="2637" actId="1076"/>
          <ac:picMkLst>
            <pc:docMk/>
            <pc:sldMk cId="3911920237" sldId="262"/>
            <ac:picMk id="7" creationId="{F478197F-8CC2-F8AD-8203-B540EA5FA2D2}"/>
          </ac:picMkLst>
        </pc:picChg>
        <pc:picChg chg="add del mod">
          <ac:chgData name="José Ignacio Arriagada Cuadra" userId="a9850ae8-662f-4edb-84f3-e27fd14db11f" providerId="ADAL" clId="{F59FD735-7D92-4883-8546-76205F8FBA5F}" dt="2026-10-16T13:58:37.225" v="2633" actId="478"/>
          <ac:picMkLst>
            <pc:docMk/>
            <pc:sldMk cId="3911920237" sldId="262"/>
            <ac:picMk id="9" creationId="{683235A4-7EA9-4C79-667C-B0A59634F79F}"/>
          </ac:picMkLst>
        </pc:picChg>
      </pc:sldChg>
      <pc:sldChg chg="addSp delSp modSp add mod ord">
        <pc:chgData name="José Ignacio Arriagada Cuadra" userId="a9850ae8-662f-4edb-84f3-e27fd14db11f" providerId="ADAL" clId="{F59FD735-7D92-4883-8546-76205F8FBA5F}" dt="2026-10-16T02:28:46.588" v="2351" actId="12789"/>
        <pc:sldMkLst>
          <pc:docMk/>
          <pc:sldMk cId="3686654184" sldId="263"/>
        </pc:sldMkLst>
        <pc:spChg chg="del">
          <ac:chgData name="José Ignacio Arriagada Cuadra" userId="a9850ae8-662f-4edb-84f3-e27fd14db11f" providerId="ADAL" clId="{F59FD735-7D92-4883-8546-76205F8FBA5F}" dt="2026-10-16T01:48:16.482" v="2292" actId="478"/>
          <ac:spMkLst>
            <pc:docMk/>
            <pc:sldMk cId="3686654184" sldId="263"/>
            <ac:spMk id="5" creationId="{AE606C57-AB3E-9186-C2E1-67D8C7E67DC9}"/>
          </ac:spMkLst>
        </pc:spChg>
        <pc:picChg chg="add mod">
          <ac:chgData name="José Ignacio Arriagada Cuadra" userId="a9850ae8-662f-4edb-84f3-e27fd14db11f" providerId="ADAL" clId="{F59FD735-7D92-4883-8546-76205F8FBA5F}" dt="2026-10-16T02:28:46.588" v="2351" actId="12789"/>
          <ac:picMkLst>
            <pc:docMk/>
            <pc:sldMk cId="3686654184" sldId="263"/>
            <ac:picMk id="7" creationId="{B78FB7B3-046A-19B3-F9BF-74D0B1D04A6E}"/>
          </ac:picMkLst>
        </pc:picChg>
        <pc:picChg chg="add del mod">
          <ac:chgData name="José Ignacio Arriagada Cuadra" userId="a9850ae8-662f-4edb-84f3-e27fd14db11f" providerId="ADAL" clId="{F59FD735-7D92-4883-8546-76205F8FBA5F}" dt="2026-10-16T02:28:05.823" v="2342" actId="478"/>
          <ac:picMkLst>
            <pc:docMk/>
            <pc:sldMk cId="3686654184" sldId="263"/>
            <ac:picMk id="9" creationId="{51531DFE-07CF-DC18-9E2E-ACA2D0E6D9E8}"/>
          </ac:picMkLst>
        </pc:picChg>
        <pc:picChg chg="add del mod">
          <ac:chgData name="José Ignacio Arriagada Cuadra" userId="a9850ae8-662f-4edb-84f3-e27fd14db11f" providerId="ADAL" clId="{F59FD735-7D92-4883-8546-76205F8FBA5F}" dt="2026-10-16T02:28:36.906" v="2349" actId="478"/>
          <ac:picMkLst>
            <pc:docMk/>
            <pc:sldMk cId="3686654184" sldId="263"/>
            <ac:picMk id="11" creationId="{6DE43FBF-06B3-F494-E1EC-2CC9E7379EDB}"/>
          </ac:picMkLst>
        </pc:picChg>
        <pc:picChg chg="add mod">
          <ac:chgData name="José Ignacio Arriagada Cuadra" userId="a9850ae8-662f-4edb-84f3-e27fd14db11f" providerId="ADAL" clId="{F59FD735-7D92-4883-8546-76205F8FBA5F}" dt="2026-10-16T02:28:46.588" v="2351" actId="12789"/>
          <ac:picMkLst>
            <pc:docMk/>
            <pc:sldMk cId="3686654184" sldId="263"/>
            <ac:picMk id="13" creationId="{BE1225A4-FBBE-D618-679D-8E83251B694F}"/>
          </ac:picMkLst>
        </pc:picChg>
        <pc:picChg chg="add del mod">
          <ac:chgData name="José Ignacio Arriagada Cuadra" userId="a9850ae8-662f-4edb-84f3-e27fd14db11f" providerId="ADAL" clId="{F59FD735-7D92-4883-8546-76205F8FBA5F}" dt="2026-10-16T02:28:05.038" v="2341" actId="478"/>
          <ac:picMkLst>
            <pc:docMk/>
            <pc:sldMk cId="3686654184" sldId="263"/>
            <ac:picMk id="15" creationId="{D210E69F-62B0-E67C-1EE2-43D76D433B63}"/>
          </ac:picMkLst>
        </pc:picChg>
      </pc:sldChg>
      <pc:sldChg chg="addSp delSp modSp add mod ord">
        <pc:chgData name="José Ignacio Arriagada Cuadra" userId="a9850ae8-662f-4edb-84f3-e27fd14db11f" providerId="ADAL" clId="{F59FD735-7D92-4883-8546-76205F8FBA5F}" dt="2026-10-16T02:27:49.878" v="2339" actId="12789"/>
        <pc:sldMkLst>
          <pc:docMk/>
          <pc:sldMk cId="3401759650" sldId="264"/>
        </pc:sldMkLst>
        <pc:picChg chg="add mod">
          <ac:chgData name="José Ignacio Arriagada Cuadra" userId="a9850ae8-662f-4edb-84f3-e27fd14db11f" providerId="ADAL" clId="{F59FD735-7D92-4883-8546-76205F8FBA5F}" dt="2026-10-16T02:27:49.878" v="2339" actId="12789"/>
          <ac:picMkLst>
            <pc:docMk/>
            <pc:sldMk cId="3401759650" sldId="264"/>
            <ac:picMk id="6" creationId="{8E2CED99-A8ED-9CB7-D43E-3F7B20B10AF1}"/>
          </ac:picMkLst>
        </pc:picChg>
        <pc:picChg chg="del">
          <ac:chgData name="José Ignacio Arriagada Cuadra" userId="a9850ae8-662f-4edb-84f3-e27fd14db11f" providerId="ADAL" clId="{F59FD735-7D92-4883-8546-76205F8FBA5F}" dt="2026-10-16T02:26:48.712" v="2321" actId="478"/>
          <ac:picMkLst>
            <pc:docMk/>
            <pc:sldMk cId="3401759650" sldId="264"/>
            <ac:picMk id="7" creationId="{DAA6AFFC-F403-1364-E169-D5E61BD728F7}"/>
          </ac:picMkLst>
        </pc:picChg>
        <pc:picChg chg="del">
          <ac:chgData name="José Ignacio Arriagada Cuadra" userId="a9850ae8-662f-4edb-84f3-e27fd14db11f" providerId="ADAL" clId="{F59FD735-7D92-4883-8546-76205F8FBA5F}" dt="2026-10-16T02:26:45.231" v="2318" actId="478"/>
          <ac:picMkLst>
            <pc:docMk/>
            <pc:sldMk cId="3401759650" sldId="264"/>
            <ac:picMk id="9" creationId="{AF4DD6E6-819C-1FAC-03D0-C4F068CC9876}"/>
          </ac:picMkLst>
        </pc:picChg>
        <pc:picChg chg="del">
          <ac:chgData name="José Ignacio Arriagada Cuadra" userId="a9850ae8-662f-4edb-84f3-e27fd14db11f" providerId="ADAL" clId="{F59FD735-7D92-4883-8546-76205F8FBA5F}" dt="2026-10-16T02:26:46.327" v="2319" actId="478"/>
          <ac:picMkLst>
            <pc:docMk/>
            <pc:sldMk cId="3401759650" sldId="264"/>
            <ac:picMk id="11" creationId="{E513C5E6-EA90-741B-42BE-B34A9A94E5E8}"/>
          </ac:picMkLst>
        </pc:picChg>
        <pc:picChg chg="del mod">
          <ac:chgData name="José Ignacio Arriagada Cuadra" userId="a9850ae8-662f-4edb-84f3-e27fd14db11f" providerId="ADAL" clId="{F59FD735-7D92-4883-8546-76205F8FBA5F}" dt="2026-10-16T02:27:38.186" v="2335" actId="478"/>
          <ac:picMkLst>
            <pc:docMk/>
            <pc:sldMk cId="3401759650" sldId="264"/>
            <ac:picMk id="13" creationId="{7BA741BA-39E1-CEE2-6383-933243D866A9}"/>
          </ac:picMkLst>
        </pc:picChg>
        <pc:picChg chg="mod">
          <ac:chgData name="José Ignacio Arriagada Cuadra" userId="a9850ae8-662f-4edb-84f3-e27fd14db11f" providerId="ADAL" clId="{F59FD735-7D92-4883-8546-76205F8FBA5F}" dt="2026-10-16T02:27:49.878" v="2339" actId="12789"/>
          <ac:picMkLst>
            <pc:docMk/>
            <pc:sldMk cId="3401759650" sldId="264"/>
            <ac:picMk id="15" creationId="{C50EE6C3-E2D2-4961-FB3F-EEFC7DC0019A}"/>
          </ac:picMkLst>
        </pc:picChg>
      </pc:sldChg>
      <pc:sldChg chg="addSp delSp modSp add mod">
        <pc:chgData name="José Ignacio Arriagada Cuadra" userId="a9850ae8-662f-4edb-84f3-e27fd14db11f" providerId="ADAL" clId="{F59FD735-7D92-4883-8546-76205F8FBA5F}" dt="2026-10-16T02:33:42.777" v="2418" actId="1076"/>
        <pc:sldMkLst>
          <pc:docMk/>
          <pc:sldMk cId="2179063151" sldId="265"/>
        </pc:sldMkLst>
        <pc:spChg chg="add del mod">
          <ac:chgData name="José Ignacio Arriagada Cuadra" userId="a9850ae8-662f-4edb-84f3-e27fd14db11f" providerId="ADAL" clId="{F59FD735-7D92-4883-8546-76205F8FBA5F}" dt="2026-10-16T02:30:42.090" v="2377" actId="478"/>
          <ac:spMkLst>
            <pc:docMk/>
            <pc:sldMk cId="2179063151" sldId="265"/>
            <ac:spMk id="5" creationId="{CBB13D91-8A83-E31D-0291-A1FC4E350011}"/>
          </ac:spMkLst>
        </pc:spChg>
        <pc:spChg chg="add mod">
          <ac:chgData name="José Ignacio Arriagada Cuadra" userId="a9850ae8-662f-4edb-84f3-e27fd14db11f" providerId="ADAL" clId="{F59FD735-7D92-4883-8546-76205F8FBA5F}" dt="2026-10-16T02:33:42.777" v="2418" actId="1076"/>
          <ac:spMkLst>
            <pc:docMk/>
            <pc:sldMk cId="2179063151" sldId="265"/>
            <ac:spMk id="6" creationId="{2C36C005-4B3B-097E-A2C6-B7AB49998FE5}"/>
          </ac:spMkLst>
        </pc:spChg>
        <pc:spChg chg="add mod">
          <ac:chgData name="José Ignacio Arriagada Cuadra" userId="a9850ae8-662f-4edb-84f3-e27fd14db11f" providerId="ADAL" clId="{F59FD735-7D92-4883-8546-76205F8FBA5F}" dt="2026-10-16T02:32:05.820" v="2408" actId="1076"/>
          <ac:spMkLst>
            <pc:docMk/>
            <pc:sldMk cId="2179063151" sldId="265"/>
            <ac:spMk id="9" creationId="{4024F8A1-D813-093A-2572-248C793E8269}"/>
          </ac:spMkLst>
        </pc:spChg>
        <pc:grpChg chg="add mod">
          <ac:chgData name="José Ignacio Arriagada Cuadra" userId="a9850ae8-662f-4edb-84f3-e27fd14db11f" providerId="ADAL" clId="{F59FD735-7D92-4883-8546-76205F8FBA5F}" dt="2026-10-16T02:31:37.825" v="2388" actId="1076"/>
          <ac:grpSpMkLst>
            <pc:docMk/>
            <pc:sldMk cId="2179063151" sldId="265"/>
            <ac:grpSpMk id="8" creationId="{46EF62B9-42DD-8650-AF62-5B7EED750709}"/>
          </ac:grpSpMkLst>
        </pc:grpChg>
        <pc:picChg chg="del">
          <ac:chgData name="José Ignacio Arriagada Cuadra" userId="a9850ae8-662f-4edb-84f3-e27fd14db11f" providerId="ADAL" clId="{F59FD735-7D92-4883-8546-76205F8FBA5F}" dt="2026-10-16T02:28:54.978" v="2352" actId="478"/>
          <ac:picMkLst>
            <pc:docMk/>
            <pc:sldMk cId="2179063151" sldId="265"/>
            <ac:picMk id="7" creationId="{85E77FDF-7EBF-27D8-C5A9-5B36AA6FB475}"/>
          </ac:picMkLst>
        </pc:picChg>
        <pc:picChg chg="mod">
          <ac:chgData name="José Ignacio Arriagada Cuadra" userId="a9850ae8-662f-4edb-84f3-e27fd14db11f" providerId="ADAL" clId="{F59FD735-7D92-4883-8546-76205F8FBA5F}" dt="2026-10-16T02:31:30.994" v="2386" actId="164"/>
          <ac:picMkLst>
            <pc:docMk/>
            <pc:sldMk cId="2179063151" sldId="265"/>
            <ac:picMk id="11" creationId="{8780033C-02FA-5ECB-2A9B-FB9760C328CC}"/>
          </ac:picMkLst>
        </pc:picChg>
        <pc:picChg chg="del">
          <ac:chgData name="José Ignacio Arriagada Cuadra" userId="a9850ae8-662f-4edb-84f3-e27fd14db11f" providerId="ADAL" clId="{F59FD735-7D92-4883-8546-76205F8FBA5F}" dt="2026-10-16T02:28:20.321" v="2348" actId="478"/>
          <ac:picMkLst>
            <pc:docMk/>
            <pc:sldMk cId="2179063151" sldId="265"/>
            <ac:picMk id="13" creationId="{FD72B564-6BA5-84E9-1A57-1831143D7B3F}"/>
          </ac:picMkLst>
        </pc:picChg>
      </pc:sldChg>
      <pc:sldChg chg="addSp delSp modSp add mod">
        <pc:chgData name="José Ignacio Arriagada Cuadra" userId="a9850ae8-662f-4edb-84f3-e27fd14db11f" providerId="ADAL" clId="{F59FD735-7D92-4883-8546-76205F8FBA5F}" dt="2026-10-16T14:23:37.616" v="3239" actId="20577"/>
        <pc:sldMkLst>
          <pc:docMk/>
          <pc:sldMk cId="3141443531" sldId="266"/>
        </pc:sldMkLst>
        <pc:spChg chg="add del mod">
          <ac:chgData name="José Ignacio Arriagada Cuadra" userId="a9850ae8-662f-4edb-84f3-e27fd14db11f" providerId="ADAL" clId="{F59FD735-7D92-4883-8546-76205F8FBA5F}" dt="2026-10-16T14:10:32.771" v="2642"/>
          <ac:spMkLst>
            <pc:docMk/>
            <pc:sldMk cId="3141443531" sldId="266"/>
            <ac:spMk id="5" creationId="{9896C0F1-D922-F49C-11CF-8D5DD83BA525}"/>
          </ac:spMkLst>
        </pc:spChg>
        <pc:spChg chg="add mod">
          <ac:chgData name="José Ignacio Arriagada Cuadra" userId="a9850ae8-662f-4edb-84f3-e27fd14db11f" providerId="ADAL" clId="{F59FD735-7D92-4883-8546-76205F8FBA5F}" dt="2026-10-16T14:23:37.616" v="3239" actId="20577"/>
          <ac:spMkLst>
            <pc:docMk/>
            <pc:sldMk cId="3141443531" sldId="266"/>
            <ac:spMk id="8" creationId="{0DB59758-32FF-671D-285E-68A5C5A99AA8}"/>
          </ac:spMkLst>
        </pc:spChg>
        <pc:picChg chg="del">
          <ac:chgData name="José Ignacio Arriagada Cuadra" userId="a9850ae8-662f-4edb-84f3-e27fd14db11f" providerId="ADAL" clId="{F59FD735-7D92-4883-8546-76205F8FBA5F}" dt="2026-10-16T14:10:27.660" v="2639" actId="478"/>
          <ac:picMkLst>
            <pc:docMk/>
            <pc:sldMk cId="3141443531" sldId="266"/>
            <ac:picMk id="7" creationId="{F370B2D2-3F53-9110-A808-243A7C86364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186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1E7EB-DFEB-4FD8-64F7-2E96FDD5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24AA1-42C4-8576-01F8-ADB222FF1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01720-9158-0134-7B07-8BADA5521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19337-21D7-E7C5-5F4C-EB02B4894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06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B055-57DA-4A29-F765-6FD0DB9F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D04E7-EB7A-03E0-7AB6-158DD71A9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88CB9-8E1F-174C-E858-5C803FA45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67511-F3C3-5AC9-95C0-3C3BF17A5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09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C9E07-7D48-E6DB-0818-58C7CEF31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EF931-AD61-AD2B-3C5F-A4482243A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7AF9A-D7C1-25F6-2AB7-5F66B6F52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69B17-B116-35D1-377F-794120549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791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D44EA-239C-77F3-1AD5-688818697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4EC81-E262-349F-4637-ECF0BA837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3EA72-5F42-3FCB-44B7-D85ECBF79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1E398-EF7C-5945-C77C-71C5D6132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199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5A986-F0D0-9A0D-1F9A-5CB1175E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54248-62F1-54C6-8D2E-2ADFBC17F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75470-3E5E-DEA4-205A-001E35098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5035B-D229-685D-0986-776445BC0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643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C196-3259-40F6-01C9-224743116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F65D6-78DF-0860-1462-2E5EB1225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CEA26-C747-6C8A-FBFB-4B3A49017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6B88A-73AB-24B0-D619-905BCAA16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88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77724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20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Concepción
</a:t>
            </a:r>
            <a:r>
              <a:rPr lang="es-CL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
Departamento de Ingeniería Mecánica</a:t>
            </a:r>
            <a:endParaRPr lang="es-CL" sz="1600" noProof="0" dirty="0"/>
          </a:p>
        </p:txBody>
      </p:sp>
      <p:sp>
        <p:nvSpPr>
          <p:cNvPr id="5" name="Text 2"/>
          <p:cNvSpPr/>
          <p:nvPr/>
        </p:nvSpPr>
        <p:spPr>
          <a:xfrm>
            <a:off x="822960" y="2103120"/>
            <a:ext cx="1054577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8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un banco de ensayos para simulación de carga</a:t>
            </a:r>
          </a:p>
          <a:p>
            <a:pPr marL="0" indent="0" algn="ctr">
              <a:buNone/>
            </a:pPr>
            <a:r>
              <a:rPr lang="es-CL" sz="28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fluidodinámica en control activo de aletas</a:t>
            </a:r>
            <a:endParaRPr lang="es-CL" sz="2800" noProof="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800" b="1" noProof="0" dirty="0">
                <a:solidFill>
                  <a:srgbClr val="F69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avance — Memoria de Título</a:t>
            </a:r>
            <a:endParaRPr lang="es-CL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822960" y="466344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Arriagada Cuadra</a:t>
            </a:r>
            <a:endParaRPr lang="es-CL" sz="1600" noProof="0" dirty="0"/>
          </a:p>
          <a:p>
            <a:pPr marL="0" indent="0" algn="ctr">
              <a:buNone/>
            </a:pPr>
            <a:r>
              <a:rPr lang="es-CL" sz="16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 guía: Bernardo Hernández · Frank Tinnap</a:t>
            </a:r>
            <a:endParaRPr lang="es-CL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s-CL" sz="13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octubre de 2026</a:t>
            </a:r>
            <a:endParaRPr lang="es-CL" sz="13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AC3D6-3060-2EAA-651E-6B78478A9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92F130-6FEC-BF4C-5C30-3F0673E5BF7A}"/>
              </a:ext>
            </a:extLst>
          </p:cNvPr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4DD57C-19D6-D53E-8610-588AEEB49102}"/>
              </a:ext>
            </a:extLst>
          </p:cNvPr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Contexto y objetivo del proyecto</a:t>
            </a:r>
            <a:endParaRPr lang="es-CL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BB2D65-8474-5A83-9274-1A860AE1B238}"/>
              </a:ext>
            </a:extLst>
          </p:cNvPr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200" noProof="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50EE6C3-E2D2-4961-FB3F-EEFC7DC00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750" y="1905000"/>
            <a:ext cx="5715000" cy="304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E2CED99-A8ED-9CB7-D43E-3F7B20B10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0" y="1714500"/>
            <a:ext cx="25717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5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5BD4A-4893-E483-07BE-4A434867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143AF3-E31C-3579-C615-0F0030E3AA48}"/>
              </a:ext>
            </a:extLst>
          </p:cNvPr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E775A8-0BDD-60BE-E2CE-7C242F0C7F24}"/>
              </a:ext>
            </a:extLst>
          </p:cNvPr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Contexto y objetivo del proyecto</a:t>
            </a:r>
            <a:endParaRPr lang="es-CL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5D507F-AACC-B2D9-5478-0F7628319F26}"/>
              </a:ext>
            </a:extLst>
          </p:cNvPr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200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78FB7B3-046A-19B3-F9BF-74D0B1D0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755" y="1420230"/>
            <a:ext cx="5220243" cy="401754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E1225A4-FBBE-D618-679D-8E83251B6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03" y="1376432"/>
            <a:ext cx="6149749" cy="410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54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7E2F1-B987-E780-9AB9-BBE9EE2A8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A75BB4-D333-09A1-C62E-8371A83C528A}"/>
              </a:ext>
            </a:extLst>
          </p:cNvPr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2737CB-671B-90DF-686A-33629CAE7062}"/>
              </a:ext>
            </a:extLst>
          </p:cNvPr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Contexto y objetivo del proyecto</a:t>
            </a:r>
            <a:endParaRPr lang="es-CL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3BFEB1-6ECB-B0FC-782C-7603548EEF70}"/>
              </a:ext>
            </a:extLst>
          </p:cNvPr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200" noProof="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6EF62B9-42DD-8650-AF62-5B7EED750709}"/>
              </a:ext>
            </a:extLst>
          </p:cNvPr>
          <p:cNvGrpSpPr/>
          <p:nvPr/>
        </p:nvGrpSpPr>
        <p:grpSpPr>
          <a:xfrm>
            <a:off x="3460971" y="2709229"/>
            <a:ext cx="5269751" cy="1439542"/>
            <a:chOff x="2493243" y="3226822"/>
            <a:chExt cx="5269751" cy="1439542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780033C-02FA-5ECB-2A9B-FB9760C32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3243" y="3226822"/>
              <a:ext cx="5269751" cy="1439542"/>
            </a:xfrm>
            <a:prstGeom prst="rect">
              <a:avLst/>
            </a:prstGeom>
          </p:spPr>
        </p:pic>
        <p:sp>
          <p:nvSpPr>
            <p:cNvPr id="6" name="Flecha: curvada hacia la izquierda 5">
              <a:extLst>
                <a:ext uri="{FF2B5EF4-FFF2-40B4-BE49-F238E27FC236}">
                  <a16:creationId xmlns:a16="http://schemas.microsoft.com/office/drawing/2014/main" id="{2C36C005-4B3B-097E-A2C6-B7AB49998FE5}"/>
                </a:ext>
              </a:extLst>
            </p:cNvPr>
            <p:cNvSpPr/>
            <p:nvPr/>
          </p:nvSpPr>
          <p:spPr>
            <a:xfrm rot="328414">
              <a:off x="6005910" y="3738222"/>
              <a:ext cx="220436" cy="435783"/>
            </a:xfrm>
            <a:prstGeom prst="curvedLeftArrow">
              <a:avLst>
                <a:gd name="adj1" fmla="val 0"/>
                <a:gd name="adj2" fmla="val 14007"/>
                <a:gd name="adj3" fmla="val 3571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4024F8A1-D813-093A-2572-248C793E8269}"/>
              </a:ext>
            </a:extLst>
          </p:cNvPr>
          <p:cNvSpPr txBox="1"/>
          <p:nvPr/>
        </p:nvSpPr>
        <p:spPr>
          <a:xfrm>
            <a:off x="5776725" y="2775503"/>
            <a:ext cx="2132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Momento de bisagra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79063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Contexto y objetivo del proyecto</a:t>
            </a:r>
            <a:endParaRPr lang="es-CL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s-CL" sz="17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dimensionar actuadores de superficies de control requiere cargas representativas. La simulación computacional permite estimarlas, pero no existe una metodología sistemática para trasladar esas cargas a un ensayo experimental temprano sobre el actuador.</a:t>
            </a:r>
            <a:endParaRPr lang="es-CL" sz="1700" noProof="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s-CL" sz="17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diseñar e implementar un banco de ensayos que reproduzca físicamente cargas obtenidas por simulación computacional, para apoyar el dimensionamiento y caracterización de actuadores COTS.</a:t>
            </a:r>
            <a:endParaRPr lang="es-CL" sz="17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Modelo de banco de ensayos</a:t>
            </a:r>
            <a:endParaRPr lang="es-CL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200" noProof="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301795FA-6469-F0A8-AE2B-F0B90E58E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033" y="1058422"/>
            <a:ext cx="7641627" cy="47411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256DA-8A90-9F1D-4EB3-299790DFA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75B08A-DF76-7BAB-5527-826AA538A921}"/>
              </a:ext>
            </a:extLst>
          </p:cNvPr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B9C83C-3ADC-6695-4F76-072DE44DB0EF}"/>
              </a:ext>
            </a:extLst>
          </p:cNvPr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Avances en CFD</a:t>
            </a:r>
            <a:endParaRPr lang="es-CL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48EBFC-950F-9572-C287-F02D70377BE9}"/>
              </a:ext>
            </a:extLst>
          </p:cNvPr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120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F5CFF3C-4CA0-EF5E-A670-0FEFA63A26B0}"/>
              </a:ext>
            </a:extLst>
          </p:cNvPr>
          <p:cNvSpPr/>
          <p:nvPr/>
        </p:nvSpPr>
        <p:spPr>
          <a:xfrm>
            <a:off x="365760" y="1325880"/>
            <a:ext cx="1146017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s-CL" sz="17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s-CL" sz="17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Obtener el momento de bisagra de un flap de un perfil NACA0012 en función de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s-MX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δ: ángulo de deflexión de la superficie de control.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s-MX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U: Velocidad del flujo.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s-MX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AoA: ángulo de ataque.</a:t>
            </a:r>
          </a:p>
          <a:p>
            <a:pPr>
              <a:spcAft>
                <a:spcPts val="1600"/>
              </a:spcAft>
              <a:buSzPct val="100000"/>
            </a:pPr>
            <a:endParaRPr lang="es-CL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600"/>
              </a:spcAft>
              <a:buSzPct val="100000"/>
              <a:buFontTx/>
              <a:buChar char="•"/>
            </a:pP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actual:</a:t>
            </a:r>
          </a:p>
          <a:p>
            <a:pPr marL="800100" lvl="1" indent="-342900">
              <a:spcAft>
                <a:spcPts val="1600"/>
              </a:spcAft>
              <a:buSzPct val="100000"/>
              <a:buFontTx/>
              <a:buChar char="•"/>
            </a:pP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geometrías en formato Selig → Mallar con Python Gmsh → Convertir a polyMesh de OpenFOAM → Resolver usando simpleFOAM → extraer coeficientes de fuerza y momento de bisagra → registrar todo en Resultados.csv</a:t>
            </a:r>
          </a:p>
          <a:p>
            <a:pPr marL="342900" indent="-342900">
              <a:spcAft>
                <a:spcPts val="1600"/>
              </a:spcAft>
              <a:buSzPct val="100000"/>
              <a:buFontTx/>
              <a:buChar char="•"/>
            </a:pPr>
            <a:r>
              <a:rPr lang="es-CL" dirty="0"/>
              <a:t>simpleFOAM​ (RANS estacionario incompresible) + Spalart-Allmaras</a:t>
            </a:r>
            <a:endParaRPr lang="es-CL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endParaRPr lang="es-CL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>
              <a:spcAft>
                <a:spcPts val="1600"/>
              </a:spcAft>
              <a:buSzPct val="100000"/>
            </a:pPr>
            <a:endParaRPr lang="es-CL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7B8C94D-CDA8-80D7-090D-8207F79A257D}"/>
              </a:ext>
            </a:extLst>
          </p:cNvPr>
          <p:cNvSpPr txBox="1"/>
          <p:nvPr/>
        </p:nvSpPr>
        <p:spPr>
          <a:xfrm>
            <a:off x="1572756" y="5354026"/>
            <a:ext cx="88530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i="1" dirty="0"/>
              <a:t>Barrido actual de 315 simulaciones (Tuve 28 sin converger)</a:t>
            </a:r>
          </a:p>
          <a:p>
            <a:pPr algn="ctr"/>
            <a:r>
              <a:rPr lang="el-GR" b="1" i="1" dirty="0"/>
              <a:t>δ ∈ {−1</a:t>
            </a:r>
            <a:r>
              <a:rPr lang="es-CL" b="1" i="1" dirty="0"/>
              <a:t>5°, -10°, -5</a:t>
            </a:r>
            <a:r>
              <a:rPr lang="el-GR" b="1" i="1" dirty="0"/>
              <a:t>°, 0°,</a:t>
            </a:r>
            <a:r>
              <a:rPr lang="es-CL" b="1" i="1" dirty="0"/>
              <a:t> 5°,</a:t>
            </a:r>
            <a:r>
              <a:rPr lang="el-GR" b="1" i="1" dirty="0"/>
              <a:t> 10°</a:t>
            </a:r>
            <a:r>
              <a:rPr lang="es-CL" b="1" i="1" dirty="0"/>
              <a:t>, 15°</a:t>
            </a:r>
            <a:r>
              <a:rPr lang="el-GR" b="1" i="1" dirty="0"/>
              <a:t>}</a:t>
            </a:r>
            <a:endParaRPr lang="es-CL" b="1" i="1" dirty="0"/>
          </a:p>
          <a:p>
            <a:pPr algn="ctr"/>
            <a:r>
              <a:rPr lang="es-CL" b="1" i="1" dirty="0"/>
              <a:t>U ∈ {34 m/s, 51 m/s, 68.1 m/s, 85.1 m/s, 102.1 m/s} </a:t>
            </a:r>
          </a:p>
          <a:p>
            <a:pPr algn="ctr"/>
            <a:r>
              <a:rPr lang="es-CL" b="1" i="1" dirty="0"/>
              <a:t>AoA ∈ {−4°, -2°, 0°, 2°, 4°, 6°, 8°, 10°, 12°}</a:t>
            </a:r>
          </a:p>
        </p:txBody>
      </p:sp>
    </p:spTree>
    <p:extLst>
      <p:ext uri="{BB962C8B-B14F-4D97-AF65-F5344CB8AC3E}">
        <p14:creationId xmlns:p14="http://schemas.microsoft.com/office/powerpoint/2010/main" val="319057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E9280-9E59-EB2F-7F5E-418D4640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1A709B-C8AA-2B64-DDEE-DF169DB7DF0D}"/>
              </a:ext>
            </a:extLst>
          </p:cNvPr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969855-F236-4238-7595-5DB100E4FB85}"/>
              </a:ext>
            </a:extLst>
          </p:cNvPr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Avances en CFD</a:t>
            </a:r>
            <a:endParaRPr lang="es-CL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C61A82-E1DA-83F8-3192-2B578FD240F7}"/>
              </a:ext>
            </a:extLst>
          </p:cNvPr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478197F-8CC2-F8AD-8203-B540EA5FA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212" y="917339"/>
            <a:ext cx="7875270" cy="562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20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E19F6-B8FF-7D61-32D9-9967949D4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D2DB52-CEB2-03EC-D1D5-712FA120766D}"/>
              </a:ext>
            </a:extLst>
          </p:cNvPr>
          <p:cNvSpPr/>
          <p:nvPr/>
        </p:nvSpPr>
        <p:spPr>
          <a:xfrm>
            <a:off x="0" y="9144"/>
            <a:ext cx="12191695" cy="914400"/>
          </a:xfrm>
          <a:prstGeom prst="rect">
            <a:avLst/>
          </a:prstGeom>
          <a:solidFill>
            <a:srgbClr val="F69F1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CD53FF-1E26-252A-ACA1-B0DBB553EAD1}"/>
              </a:ext>
            </a:extLst>
          </p:cNvPr>
          <p:cNvSpPr/>
          <p:nvPr/>
        </p:nvSpPr>
        <p:spPr>
          <a:xfrm>
            <a:off x="365760" y="9144"/>
            <a:ext cx="11460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Avances en CFD</a:t>
            </a:r>
            <a:endParaRPr lang="es-CL" sz="24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319A6E-03C0-8185-B0D5-355F8B72D74E}"/>
              </a:ext>
            </a:extLst>
          </p:cNvPr>
          <p:cNvSpPr/>
          <p:nvPr/>
        </p:nvSpPr>
        <p:spPr>
          <a:xfrm>
            <a:off x="11551615" y="63825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DB59758-32FF-671D-285E-68A5C5A99AA8}"/>
              </a:ext>
            </a:extLst>
          </p:cNvPr>
          <p:cNvSpPr/>
          <p:nvPr/>
        </p:nvSpPr>
        <p:spPr>
          <a:xfrm>
            <a:off x="365760" y="1325880"/>
            <a:ext cx="1146017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600"/>
              </a:spcAft>
              <a:buSzPct val="100000"/>
            </a:pPr>
            <a:r>
              <a:rPr lang="es-CL" sz="17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efectos </a:t>
            </a:r>
            <a:r>
              <a:rPr lang="es-CL" sz="1700" b="1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transientes</a:t>
            </a:r>
            <a:endParaRPr lang="es-CL" sz="1700" noProof="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orden reducido (ROM)</a:t>
            </a:r>
          </a:p>
          <a:p>
            <a:pPr marL="1257300" lvl="2" indent="-342900">
              <a:spcAft>
                <a:spcPts val="1600"/>
              </a:spcAft>
              <a:buSzPct val="100000"/>
              <a:buChar char="•"/>
            </a:pP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simulaciones en CFD (alrededor de 300 para 3 variables).</a:t>
            </a:r>
          </a:p>
          <a:p>
            <a:pPr marL="1257300" lvl="2" indent="-342900">
              <a:spcAft>
                <a:spcPts val="1600"/>
              </a:spcAft>
              <a:buSzPct val="100000"/>
              <a:buChar char="•"/>
            </a:pP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</a:t>
            </a:r>
            <a:r>
              <a:rPr lang="es-CL" sz="17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</a:t>
            </a: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L" sz="17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(POD) → analiza los patrones de flujo dominantes, peso que tiene cada modo en el tiempo.</a:t>
            </a:r>
          </a:p>
          <a:p>
            <a:pPr marL="1257300" lvl="2" indent="-342900">
              <a:spcAft>
                <a:spcPts val="1600"/>
              </a:spcAft>
              <a:buSzPct val="100000"/>
              <a:buChar char="•"/>
            </a:pP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</a:t>
            </a:r>
            <a:r>
              <a:rPr lang="es-CL" sz="17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Galerkin</a:t>
            </a: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se proyectan las </a:t>
            </a:r>
            <a:r>
              <a:rPr lang="es-CL" sz="17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r>
              <a:rPr lang="es-CL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NS sobre el POD y se obtiene un sistema de Ecuaciones diferenciales.</a:t>
            </a:r>
          </a:p>
          <a:p>
            <a:pPr lvl="2">
              <a:spcAft>
                <a:spcPts val="1600"/>
              </a:spcAft>
              <a:buSzPct val="100000"/>
            </a:pPr>
            <a:endParaRPr lang="es-CL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2">
              <a:spcAft>
                <a:spcPts val="1600"/>
              </a:spcAft>
              <a:buSzPct val="100000"/>
            </a:pPr>
            <a:endParaRPr lang="es-CL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>
              <a:spcAft>
                <a:spcPts val="1600"/>
              </a:spcAft>
              <a:buSzPct val="100000"/>
            </a:pPr>
            <a:endParaRPr lang="es-CL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1443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428</Words>
  <Application>Microsoft Office PowerPoint</Application>
  <PresentationFormat>Panorámica</PresentationFormat>
  <Paragraphs>53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José Ignacio Arriagada Cuadra</cp:lastModifiedBy>
  <cp:revision>10</cp:revision>
  <dcterms:created xsi:type="dcterms:W3CDTF">2026-08-20T22:38:16Z</dcterms:created>
  <dcterms:modified xsi:type="dcterms:W3CDTF">2026-10-16T14:23:38Z</dcterms:modified>
</cp:coreProperties>
</file>