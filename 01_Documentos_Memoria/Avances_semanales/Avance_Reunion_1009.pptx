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6C2B3B-6F89-441E-9620-D485BF2F1150}" v="259" dt="2026-10-09T01:18:15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Ignacio Arriagada Cuadra" userId="a9850ae8-662f-4edb-84f3-e27fd14db11f" providerId="ADAL" clId="{F59FD735-7D92-4883-8546-76205F8FBA5F}"/>
    <pc:docChg chg="undo redo custSel addSld delSld modSld">
      <pc:chgData name="José Ignacio Arriagada Cuadra" userId="a9850ae8-662f-4edb-84f3-e27fd14db11f" providerId="ADAL" clId="{F59FD735-7D92-4883-8546-76205F8FBA5F}" dt="2026-10-09T02:02:20.939" v="2284" actId="1076"/>
      <pc:docMkLst>
        <pc:docMk/>
      </pc:docMkLst>
      <pc:sldChg chg="modSp mod">
        <pc:chgData name="José Ignacio Arriagada Cuadra" userId="a9850ae8-662f-4edb-84f3-e27fd14db11f" providerId="ADAL" clId="{F59FD735-7D92-4883-8546-76205F8FBA5F}" dt="2026-10-08T23:33:12.895" v="832" actId="790"/>
        <pc:sldMkLst>
          <pc:docMk/>
          <pc:sldMk cId="0" sldId="256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José Ignacio Arriagada Cuadra" userId="a9850ae8-662f-4edb-84f3-e27fd14db11f" providerId="ADAL" clId="{F59FD735-7D92-4883-8546-76205F8FBA5F}" dt="2026-10-09T00:41:11.300" v="1717" actId="20577"/>
        <pc:sldMkLst>
          <pc:docMk/>
          <pc:sldMk cId="0" sldId="257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9T00:41:11.300" v="1717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mod">
        <pc:chgData name="José Ignacio Arriagada Cuadra" userId="a9850ae8-662f-4edb-84f3-e27fd14db11f" providerId="ADAL" clId="{F59FD735-7D92-4883-8546-76205F8FBA5F}" dt="2026-10-09T01:39:26.649" v="2247" actId="1076"/>
        <pc:sldMkLst>
          <pc:docMk/>
          <pc:sldMk cId="0" sldId="258"/>
        </pc:sldMkLst>
        <pc:spChg chg="mod">
          <ac:chgData name="José Ignacio Arriagada Cuadra" userId="a9850ae8-662f-4edb-84f3-e27fd14db11f" providerId="ADAL" clId="{F59FD735-7D92-4883-8546-76205F8FBA5F}" dt="2026-10-08T23:35:46.345" v="919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8"/>
            <ac:spMk id="4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48.627" v="920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10-08T23:35:50.856" v="924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8"/>
            <ac:spMk id="10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6:04.687" v="933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6:03.737" v="932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49.223" v="921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0.496" v="923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18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10-08T23:36:00.547" v="931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9.507" v="930" actId="478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10-08T23:35:51.575" v="925" actId="478"/>
          <ac:spMkLst>
            <pc:docMk/>
            <pc:sldMk cId="0" sldId="258"/>
            <ac:spMk id="21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0.045" v="922" actId="478"/>
          <ac:spMkLst>
            <pc:docMk/>
            <pc:sldMk cId="0" sldId="258"/>
            <ac:spMk id="25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10-08T23:35:53.265" v="926" actId="478"/>
          <ac:spMkLst>
            <pc:docMk/>
            <pc:sldMk cId="0" sldId="258"/>
            <ac:spMk id="26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10-08T23:35:58.386" v="929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10-08T23:35:56.795" v="928" actId="478"/>
          <ac:spMkLst>
            <pc:docMk/>
            <pc:sldMk cId="0" sldId="258"/>
            <ac:spMk id="28" creationId="{00000000-0000-0000-0000-000000000000}"/>
          </ac:spMkLst>
        </pc:spChg>
        <pc:picChg chg="add del mod">
          <ac:chgData name="José Ignacio Arriagada Cuadra" userId="a9850ae8-662f-4edb-84f3-e27fd14db11f" providerId="ADAL" clId="{F59FD735-7D92-4883-8546-76205F8FBA5F}" dt="2026-10-09T01:26:15.749" v="2232" actId="478"/>
          <ac:picMkLst>
            <pc:docMk/>
            <pc:sldMk cId="0" sldId="258"/>
            <ac:picMk id="30" creationId="{29E3295D-2807-00D7-1E54-6A751A8E6132}"/>
          </ac:picMkLst>
        </pc:picChg>
        <pc:picChg chg="add mod">
          <ac:chgData name="José Ignacio Arriagada Cuadra" userId="a9850ae8-662f-4edb-84f3-e27fd14db11f" providerId="ADAL" clId="{F59FD735-7D92-4883-8546-76205F8FBA5F}" dt="2026-10-09T01:39:26.649" v="2247" actId="1076"/>
          <ac:picMkLst>
            <pc:docMk/>
            <pc:sldMk cId="0" sldId="258"/>
            <ac:picMk id="32" creationId="{301795FA-6469-F0A8-AE2B-F0B90E58ECFB}"/>
          </ac:picMkLst>
        </pc:picChg>
      </pc:sldChg>
      <pc:sldChg chg="delSp modSp del mod">
        <pc:chgData name="José Ignacio Arriagada Cuadra" userId="a9850ae8-662f-4edb-84f3-e27fd14db11f" providerId="ADAL" clId="{F59FD735-7D92-4883-8546-76205F8FBA5F}" dt="2026-10-08T23:57:41.356" v="949" actId="47"/>
        <pc:sldMkLst>
          <pc:docMk/>
          <pc:sldMk cId="0" sldId="259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9"/>
            <ac:spMk id="4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10-08T23:57:27.626" v="939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9"/>
            <ac:spMk id="7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9"/>
            <ac:spMk id="9" creationId="{00000000-0000-0000-0000-000000000000}"/>
          </ac:spMkLst>
        </pc:spChg>
        <pc:graphicFrameChg chg="del modGraphic">
          <ac:chgData name="José Ignacio Arriagada Cuadra" userId="a9850ae8-662f-4edb-84f3-e27fd14db11f" providerId="ADAL" clId="{F59FD735-7D92-4883-8546-76205F8FBA5F}" dt="2026-10-08T23:57:29.181" v="940" actId="478"/>
          <ac:graphicFrameMkLst>
            <pc:docMk/>
            <pc:sldMk cId="0" sldId="259"/>
            <ac:graphicFrameMk id="6" creationId="{00000000-0000-0000-0000-000000000000}"/>
          </ac:graphicFrameMkLst>
        </pc:graphicFrameChg>
      </pc:sldChg>
      <pc:sldChg chg="addSp delSp modSp add mod">
        <pc:chgData name="José Ignacio Arriagada Cuadra" userId="a9850ae8-662f-4edb-84f3-e27fd14db11f" providerId="ADAL" clId="{F59FD735-7D92-4883-8546-76205F8FBA5F}" dt="2026-10-09T00:44:46.079" v="1720" actId="20577"/>
        <pc:sldMkLst>
          <pc:docMk/>
          <pc:sldMk cId="3190574246" sldId="259"/>
        </pc:sldMkLst>
        <pc:spChg chg="mod">
          <ac:chgData name="José Ignacio Arriagada Cuadra" userId="a9850ae8-662f-4edb-84f3-e27fd14db11f" providerId="ADAL" clId="{F59FD735-7D92-4883-8546-76205F8FBA5F}" dt="2026-10-08T23:58:08.445" v="972" actId="20577"/>
          <ac:spMkLst>
            <pc:docMk/>
            <pc:sldMk cId="3190574246" sldId="259"/>
            <ac:spMk id="3" creationId="{34B9C83C-3ADC-6695-4F76-072DE44DB0EF}"/>
          </ac:spMkLst>
        </pc:spChg>
        <pc:spChg chg="mod">
          <ac:chgData name="José Ignacio Arriagada Cuadra" userId="a9850ae8-662f-4edb-84f3-e27fd14db11f" providerId="ADAL" clId="{F59FD735-7D92-4883-8546-76205F8FBA5F}" dt="2026-10-09T00:44:46.079" v="1720" actId="20577"/>
          <ac:spMkLst>
            <pc:docMk/>
            <pc:sldMk cId="3190574246" sldId="259"/>
            <ac:spMk id="4" creationId="{B548EBFC-950F-9572-C287-F02D70377BE9}"/>
          </ac:spMkLst>
        </pc:spChg>
        <pc:spChg chg="add mod">
          <ac:chgData name="José Ignacio Arriagada Cuadra" userId="a9850ae8-662f-4edb-84f3-e27fd14db11f" providerId="ADAL" clId="{F59FD735-7D92-4883-8546-76205F8FBA5F}" dt="2026-10-09T00:25:06.684" v="1553" actId="313"/>
          <ac:spMkLst>
            <pc:docMk/>
            <pc:sldMk cId="3190574246" sldId="259"/>
            <ac:spMk id="6" creationId="{3F5CFF3C-4CA0-EF5E-A670-0FEFA63A26B0}"/>
          </ac:spMkLst>
        </pc:spChg>
        <pc:spChg chg="add del mod">
          <ac:chgData name="José Ignacio Arriagada Cuadra" userId="a9850ae8-662f-4edb-84f3-e27fd14db11f" providerId="ADAL" clId="{F59FD735-7D92-4883-8546-76205F8FBA5F}" dt="2026-10-09T00:10:15.969" v="1153"/>
          <ac:spMkLst>
            <pc:docMk/>
            <pc:sldMk cId="3190574246" sldId="259"/>
            <ac:spMk id="7" creationId="{26E0E3F9-E85F-BDE1-9D9F-B1B74BED9255}"/>
          </ac:spMkLst>
        </pc:spChg>
        <pc:spChg chg="add mod">
          <ac:chgData name="José Ignacio Arriagada Cuadra" userId="a9850ae8-662f-4edb-84f3-e27fd14db11f" providerId="ADAL" clId="{F59FD735-7D92-4883-8546-76205F8FBA5F}" dt="2026-10-09T00:28:47.389" v="1603" actId="20577"/>
          <ac:spMkLst>
            <pc:docMk/>
            <pc:sldMk cId="3190574246" sldId="259"/>
            <ac:spMk id="8" creationId="{54577317-6D97-577A-1F20-C7CB177378CB}"/>
          </ac:spMkLst>
        </pc:spChg>
        <pc:spChg chg="add mod">
          <ac:chgData name="José Ignacio Arriagada Cuadra" userId="a9850ae8-662f-4edb-84f3-e27fd14db11f" providerId="ADAL" clId="{F59FD735-7D92-4883-8546-76205F8FBA5F}" dt="2026-10-09T00:39:46.699" v="1693" actId="20577"/>
          <ac:spMkLst>
            <pc:docMk/>
            <pc:sldMk cId="3190574246" sldId="259"/>
            <ac:spMk id="10" creationId="{E7B8C94D-CDA8-80D7-090D-8207F79A257D}"/>
          </ac:spMkLst>
        </pc:spChg>
        <pc:picChg chg="del">
          <ac:chgData name="José Ignacio Arriagada Cuadra" userId="a9850ae8-662f-4edb-84f3-e27fd14db11f" providerId="ADAL" clId="{F59FD735-7D92-4883-8546-76205F8FBA5F}" dt="2026-10-08T23:57:48.171" v="951" actId="478"/>
          <ac:picMkLst>
            <pc:docMk/>
            <pc:sldMk cId="3190574246" sldId="259"/>
            <ac:picMk id="30" creationId="{637DF034-2F2D-C6D0-62DA-003896F834DE}"/>
          </ac:picMkLst>
        </pc:picChg>
      </pc:sldChg>
      <pc:sldChg chg="modSp del mod">
        <pc:chgData name="José Ignacio Arriagada Cuadra" userId="a9850ae8-662f-4edb-84f3-e27fd14db11f" providerId="ADAL" clId="{F59FD735-7D92-4883-8546-76205F8FBA5F}" dt="2026-10-08T23:57:39.905" v="948" actId="47"/>
        <pc:sldMkLst>
          <pc:docMk/>
          <pc:sldMk cId="0" sldId="260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0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0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0"/>
            <ac:spMk id="6" creationId="{00000000-0000-0000-0000-000000000000}"/>
          </ac:spMkLst>
        </pc:spChg>
      </pc:sldChg>
      <pc:sldChg chg="addSp delSp modSp add mod">
        <pc:chgData name="José Ignacio Arriagada Cuadra" userId="a9850ae8-662f-4edb-84f3-e27fd14db11f" providerId="ADAL" clId="{F59FD735-7D92-4883-8546-76205F8FBA5F}" dt="2026-10-09T02:01:34.086" v="2275" actId="20577"/>
        <pc:sldMkLst>
          <pc:docMk/>
          <pc:sldMk cId="3134317027" sldId="260"/>
        </pc:sldMkLst>
        <pc:spChg chg="mod">
          <ac:chgData name="José Ignacio Arriagada Cuadra" userId="a9850ae8-662f-4edb-84f3-e27fd14db11f" providerId="ADAL" clId="{F59FD735-7D92-4883-8546-76205F8FBA5F}" dt="2026-10-09T02:01:34.086" v="2275" actId="20577"/>
          <ac:spMkLst>
            <pc:docMk/>
            <pc:sldMk cId="3134317027" sldId="260"/>
            <ac:spMk id="4" creationId="{54C67F0F-658D-DEEB-0824-913A19179891}"/>
          </ac:spMkLst>
        </pc:spChg>
        <pc:spChg chg="mod">
          <ac:chgData name="José Ignacio Arriagada Cuadra" userId="a9850ae8-662f-4edb-84f3-e27fd14db11f" providerId="ADAL" clId="{F59FD735-7D92-4883-8546-76205F8FBA5F}" dt="2026-10-09T01:15:46.264" v="2179" actId="20577"/>
          <ac:spMkLst>
            <pc:docMk/>
            <pc:sldMk cId="3134317027" sldId="260"/>
            <ac:spMk id="6" creationId="{55B096F9-11C4-3409-4D2D-B085965FA955}"/>
          </ac:spMkLst>
        </pc:spChg>
        <pc:spChg chg="add del">
          <ac:chgData name="José Ignacio Arriagada Cuadra" userId="a9850ae8-662f-4edb-84f3-e27fd14db11f" providerId="ADAL" clId="{F59FD735-7D92-4883-8546-76205F8FBA5F}" dt="2026-10-09T00:48:03.784" v="1738" actId="22"/>
          <ac:spMkLst>
            <pc:docMk/>
            <pc:sldMk cId="3134317027" sldId="260"/>
            <ac:spMk id="7" creationId="{E07AA3EB-5AA8-1D75-AC8C-4DBB10B9D789}"/>
          </ac:spMkLst>
        </pc:spChg>
        <pc:spChg chg="del">
          <ac:chgData name="José Ignacio Arriagada Cuadra" userId="a9850ae8-662f-4edb-84f3-e27fd14db11f" providerId="ADAL" clId="{F59FD735-7D92-4883-8546-76205F8FBA5F}" dt="2026-10-09T00:47:12.527" v="1724" actId="478"/>
          <ac:spMkLst>
            <pc:docMk/>
            <pc:sldMk cId="3134317027" sldId="260"/>
            <ac:spMk id="8" creationId="{60DC1D36-683B-1649-05C4-6391273ECBD8}"/>
          </ac:spMkLst>
        </pc:spChg>
        <pc:spChg chg="del">
          <ac:chgData name="José Ignacio Arriagada Cuadra" userId="a9850ae8-662f-4edb-84f3-e27fd14db11f" providerId="ADAL" clId="{F59FD735-7D92-4883-8546-76205F8FBA5F}" dt="2026-10-09T00:47:10.233" v="1723" actId="478"/>
          <ac:spMkLst>
            <pc:docMk/>
            <pc:sldMk cId="3134317027" sldId="260"/>
            <ac:spMk id="10" creationId="{5672A865-BEAB-AB0B-1F42-39C3D07715A1}"/>
          </ac:spMkLst>
        </pc:spChg>
        <pc:spChg chg="add del">
          <ac:chgData name="José Ignacio Arriagada Cuadra" userId="a9850ae8-662f-4edb-84f3-e27fd14db11f" providerId="ADAL" clId="{F59FD735-7D92-4883-8546-76205F8FBA5F}" dt="2026-10-09T00:48:20.122" v="1749" actId="22"/>
          <ac:spMkLst>
            <pc:docMk/>
            <pc:sldMk cId="3134317027" sldId="260"/>
            <ac:spMk id="11" creationId="{EA202579-999A-A1E1-4BAA-A4DF141C57FB}"/>
          </ac:spMkLst>
        </pc:spChg>
        <pc:spChg chg="add mod">
          <ac:chgData name="José Ignacio Arriagada Cuadra" userId="a9850ae8-662f-4edb-84f3-e27fd14db11f" providerId="ADAL" clId="{F59FD735-7D92-4883-8546-76205F8FBA5F}" dt="2026-10-09T01:17:56.007" v="2231" actId="20577"/>
          <ac:spMkLst>
            <pc:docMk/>
            <pc:sldMk cId="3134317027" sldId="260"/>
            <ac:spMk id="13" creationId="{D5FAE618-5D8D-F53B-BFF0-D0BD6AE78199}"/>
          </ac:spMkLst>
        </pc:spChg>
      </pc:sldChg>
      <pc:sldChg chg="modSp del mod">
        <pc:chgData name="José Ignacio Arriagada Cuadra" userId="a9850ae8-662f-4edb-84f3-e27fd14db11f" providerId="ADAL" clId="{F59FD735-7D92-4883-8546-76205F8FBA5F}" dt="2026-10-08T23:57:37.423" v="947" actId="47"/>
        <pc:sldMkLst>
          <pc:docMk/>
          <pc:sldMk cId="0" sldId="261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51.301" v="836" actId="20577"/>
          <ac:spMkLst>
            <pc:docMk/>
            <pc:sldMk cId="0" sldId="261"/>
            <ac:spMk id="19" creationId="{00000000-0000-0000-0000-000000000000}"/>
          </ac:spMkLst>
        </pc:spChg>
      </pc:sldChg>
      <pc:sldChg chg="addSp delSp modSp add mod">
        <pc:chgData name="José Ignacio Arriagada Cuadra" userId="a9850ae8-662f-4edb-84f3-e27fd14db11f" providerId="ADAL" clId="{F59FD735-7D92-4883-8546-76205F8FBA5F}" dt="2026-10-09T01:58:07.697" v="2270" actId="1036"/>
        <pc:sldMkLst>
          <pc:docMk/>
          <pc:sldMk cId="4005297440" sldId="261"/>
        </pc:sldMkLst>
        <pc:spChg chg="mod">
          <ac:chgData name="José Ignacio Arriagada Cuadra" userId="a9850ae8-662f-4edb-84f3-e27fd14db11f" providerId="ADAL" clId="{F59FD735-7D92-4883-8546-76205F8FBA5F}" dt="2026-10-09T01:37:56.523" v="2240" actId="20577"/>
          <ac:spMkLst>
            <pc:docMk/>
            <pc:sldMk cId="4005297440" sldId="261"/>
            <ac:spMk id="4" creationId="{A1FB79F5-6661-D117-3F46-B3D850DFB15B}"/>
          </ac:spMkLst>
        </pc:spChg>
        <pc:spChg chg="del">
          <ac:chgData name="José Ignacio Arriagada Cuadra" userId="a9850ae8-662f-4edb-84f3-e27fd14db11f" providerId="ADAL" clId="{F59FD735-7D92-4883-8546-76205F8FBA5F}" dt="2026-10-09T01:37:44.221" v="2234" actId="478"/>
          <ac:spMkLst>
            <pc:docMk/>
            <pc:sldMk cId="4005297440" sldId="261"/>
            <ac:spMk id="6" creationId="{4D6F826F-1C0B-1063-9705-49511175D861}"/>
          </ac:spMkLst>
        </pc:spChg>
        <pc:spChg chg="del">
          <ac:chgData name="José Ignacio Arriagada Cuadra" userId="a9850ae8-662f-4edb-84f3-e27fd14db11f" providerId="ADAL" clId="{F59FD735-7D92-4883-8546-76205F8FBA5F}" dt="2026-10-09T01:37:45.811" v="2235" actId="478"/>
          <ac:spMkLst>
            <pc:docMk/>
            <pc:sldMk cId="4005297440" sldId="261"/>
            <ac:spMk id="8" creationId="{81C0EB82-DE53-A314-6BFD-937C9146C5DA}"/>
          </ac:spMkLst>
        </pc:spChg>
        <pc:spChg chg="del">
          <ac:chgData name="José Ignacio Arriagada Cuadra" userId="a9850ae8-662f-4edb-84f3-e27fd14db11f" providerId="ADAL" clId="{F59FD735-7D92-4883-8546-76205F8FBA5F}" dt="2026-10-09T01:37:47.288" v="2236" actId="478"/>
          <ac:spMkLst>
            <pc:docMk/>
            <pc:sldMk cId="4005297440" sldId="261"/>
            <ac:spMk id="10" creationId="{2E2E6B12-738A-7BC9-D8B6-BD02C43B42A8}"/>
          </ac:spMkLst>
        </pc:spChg>
        <pc:picChg chg="add mod">
          <ac:chgData name="José Ignacio Arriagada Cuadra" userId="a9850ae8-662f-4edb-84f3-e27fd14db11f" providerId="ADAL" clId="{F59FD735-7D92-4883-8546-76205F8FBA5F}" dt="2026-10-09T01:58:07.697" v="2270" actId="1036"/>
          <ac:picMkLst>
            <pc:docMk/>
            <pc:sldMk cId="4005297440" sldId="261"/>
            <ac:picMk id="7" creationId="{C5B1387C-2FB9-BFD3-C04A-ECB5FF08BAA8}"/>
          </ac:picMkLst>
        </pc:picChg>
        <pc:picChg chg="add mod">
          <ac:chgData name="José Ignacio Arriagada Cuadra" userId="a9850ae8-662f-4edb-84f3-e27fd14db11f" providerId="ADAL" clId="{F59FD735-7D92-4883-8546-76205F8FBA5F}" dt="2026-10-09T01:58:07.697" v="2270" actId="1036"/>
          <ac:picMkLst>
            <pc:docMk/>
            <pc:sldMk cId="4005297440" sldId="261"/>
            <ac:picMk id="11" creationId="{F19020EF-05B5-5A16-1BBA-F625AF61C34D}"/>
          </ac:picMkLst>
        </pc:picChg>
      </pc:sldChg>
      <pc:sldChg chg="modSp del mod">
        <pc:chgData name="José Ignacio Arriagada Cuadra" userId="a9850ae8-662f-4edb-84f3-e27fd14db11f" providerId="ADAL" clId="{F59FD735-7D92-4883-8546-76205F8FBA5F}" dt="2026-10-08T23:57:36.667" v="946" actId="47"/>
        <pc:sldMkLst>
          <pc:docMk/>
          <pc:sldMk cId="0" sldId="262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2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2"/>
            <ac:spMk id="4" creationId="{00000000-0000-0000-0000-000000000000}"/>
          </ac:spMkLst>
        </pc:spChg>
        <pc:graphicFrameChg chg="modGraphic">
          <ac:chgData name="José Ignacio Arriagada Cuadra" userId="a9850ae8-662f-4edb-84f3-e27fd14db11f" providerId="ADAL" clId="{F59FD735-7D92-4883-8546-76205F8FBA5F}" dt="2026-10-08T23:33:12.895" v="832" actId="790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addSp delSp modSp add mod">
        <pc:chgData name="José Ignacio Arriagada Cuadra" userId="a9850ae8-662f-4edb-84f3-e27fd14db11f" providerId="ADAL" clId="{F59FD735-7D92-4883-8546-76205F8FBA5F}" dt="2026-10-09T02:02:20.939" v="2284" actId="1076"/>
        <pc:sldMkLst>
          <pc:docMk/>
          <pc:sldMk cId="3911920237" sldId="262"/>
        </pc:sldMkLst>
        <pc:spChg chg="mod">
          <ac:chgData name="José Ignacio Arriagada Cuadra" userId="a9850ae8-662f-4edb-84f3-e27fd14db11f" providerId="ADAL" clId="{F59FD735-7D92-4883-8546-76205F8FBA5F}" dt="2026-10-09T02:01:28.456" v="2274" actId="20577"/>
          <ac:spMkLst>
            <pc:docMk/>
            <pc:sldMk cId="3911920237" sldId="262"/>
            <ac:spMk id="4" creationId="{67C61A82-E1DA-83F8-3192-2B578FD240F7}"/>
          </ac:spMkLst>
        </pc:spChg>
        <pc:picChg chg="add mod">
          <ac:chgData name="José Ignacio Arriagada Cuadra" userId="a9850ae8-662f-4edb-84f3-e27fd14db11f" providerId="ADAL" clId="{F59FD735-7D92-4883-8546-76205F8FBA5F}" dt="2026-10-09T02:02:01.114" v="2280" actId="14100"/>
          <ac:picMkLst>
            <pc:docMk/>
            <pc:sldMk cId="3911920237" sldId="262"/>
            <ac:picMk id="6" creationId="{32E1F112-72FB-C924-ABEA-CD2BD46095E6}"/>
          </ac:picMkLst>
        </pc:picChg>
        <pc:picChg chg="del">
          <ac:chgData name="José Ignacio Arriagada Cuadra" userId="a9850ae8-662f-4edb-84f3-e27fd14db11f" providerId="ADAL" clId="{F59FD735-7D92-4883-8546-76205F8FBA5F}" dt="2026-10-09T02:01:19.361" v="2272" actId="478"/>
          <ac:picMkLst>
            <pc:docMk/>
            <pc:sldMk cId="3911920237" sldId="262"/>
            <ac:picMk id="7" creationId="{807271CE-0A56-A87F-94FA-86130942ED16}"/>
          </ac:picMkLst>
        </pc:picChg>
        <pc:picChg chg="add mod">
          <ac:chgData name="José Ignacio Arriagada Cuadra" userId="a9850ae8-662f-4edb-84f3-e27fd14db11f" providerId="ADAL" clId="{F59FD735-7D92-4883-8546-76205F8FBA5F}" dt="2026-10-09T02:02:20.939" v="2284" actId="1076"/>
          <ac:picMkLst>
            <pc:docMk/>
            <pc:sldMk cId="3911920237" sldId="262"/>
            <ac:picMk id="9" creationId="{683235A4-7EA9-4C79-667C-B0A59634F79F}"/>
          </ac:picMkLst>
        </pc:picChg>
        <pc:picChg chg="del">
          <ac:chgData name="José Ignacio Arriagada Cuadra" userId="a9850ae8-662f-4edb-84f3-e27fd14db11f" providerId="ADAL" clId="{F59FD735-7D92-4883-8546-76205F8FBA5F}" dt="2026-10-09T02:01:20.153" v="2273" actId="478"/>
          <ac:picMkLst>
            <pc:docMk/>
            <pc:sldMk cId="3911920237" sldId="262"/>
            <ac:picMk id="11" creationId="{478B4AE9-90EE-9139-3B3C-D44377B11884}"/>
          </ac:picMkLst>
        </pc:picChg>
      </pc:sldChg>
      <pc:sldChg chg="modSp del mod">
        <pc:chgData name="José Ignacio Arriagada Cuadra" userId="a9850ae8-662f-4edb-84f3-e27fd14db11f" providerId="ADAL" clId="{F59FD735-7D92-4883-8546-76205F8FBA5F}" dt="2026-10-08T23:57:36.078" v="945" actId="47"/>
        <pc:sldMkLst>
          <pc:docMk/>
          <pc:sldMk cId="0" sldId="263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3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3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3"/>
            <ac:spMk id="5" creationId="{00000000-0000-0000-0000-000000000000}"/>
          </ac:spMkLst>
        </pc:spChg>
      </pc:sldChg>
      <pc:sldChg chg="modSp del mod">
        <pc:chgData name="José Ignacio Arriagada Cuadra" userId="a9850ae8-662f-4edb-84f3-e27fd14db11f" providerId="ADAL" clId="{F59FD735-7D92-4883-8546-76205F8FBA5F}" dt="2026-10-08T23:57:35.354" v="944" actId="47"/>
        <pc:sldMkLst>
          <pc:docMk/>
          <pc:sldMk cId="0" sldId="264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6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18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4"/>
            <ac:spMk id="23" creationId="{00000000-0000-0000-0000-000000000000}"/>
          </ac:spMkLst>
        </pc:spChg>
      </pc:sldChg>
      <pc:sldChg chg="modSp del mod">
        <pc:chgData name="José Ignacio Arriagada Cuadra" userId="a9850ae8-662f-4edb-84f3-e27fd14db11f" providerId="ADAL" clId="{F59FD735-7D92-4883-8546-76205F8FBA5F}" dt="2026-10-08T23:57:34.845" v="943" actId="47"/>
        <pc:sldMkLst>
          <pc:docMk/>
          <pc:sldMk cId="0" sldId="265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7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9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5"/>
            <ac:spMk id="16" creationId="{00000000-0000-0000-0000-000000000000}"/>
          </ac:spMkLst>
        </pc:spChg>
      </pc:sldChg>
      <pc:sldChg chg="modSp del mod">
        <pc:chgData name="José Ignacio Arriagada Cuadra" userId="a9850ae8-662f-4edb-84f3-e27fd14db11f" providerId="ADAL" clId="{F59FD735-7D92-4883-8546-76205F8FBA5F}" dt="2026-10-08T23:57:34.407" v="942" actId="47"/>
        <pc:sldMkLst>
          <pc:docMk/>
          <pc:sldMk cId="0" sldId="266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9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18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20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6"/>
            <ac:spMk id="21" creationId="{00000000-0000-0000-0000-000000000000}"/>
          </ac:spMkLst>
        </pc:spChg>
      </pc:sldChg>
      <pc:sldChg chg="modSp del mod">
        <pc:chgData name="José Ignacio Arriagada Cuadra" userId="a9850ae8-662f-4edb-84f3-e27fd14db11f" providerId="ADAL" clId="{F59FD735-7D92-4883-8546-76205F8FBA5F}" dt="2026-10-08T23:57:33.631" v="941" actId="47"/>
        <pc:sldMkLst>
          <pc:docMk/>
          <pc:sldMk cId="0" sldId="267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7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7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7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7"/>
            <ac:spMk id="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67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86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D44EA-239C-77F3-1AD5-688818697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4EC81-E262-349F-4637-ECF0BA837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3EA72-5F42-3FCB-44B7-D85ECBF79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1E398-EF7C-5945-C77C-71C5D6132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199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5E28F-CFA6-368F-95D6-53AC51481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DFECA-A38F-FBAD-768E-0AE6EFDC1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E75C7-C61F-51C8-D1E1-BB729B44B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2F76D-9EFE-B0B9-EC3E-82E7F401D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16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A986-F0D0-9A0D-1F9A-5CB1175E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54248-62F1-54C6-8D2E-2ADFBC17F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75470-3E5E-DEA4-205A-001E35098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5035B-D229-685D-0986-776445BC0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643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9967-7E62-4317-437E-0487AC81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D52EC-D32B-DD0C-8442-5D0F8B2AB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B64AC-E807-5AC9-4E36-20958122B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3824C-45CF-8B47-9F0B-F5143DF35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8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77724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20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Concepción
</a:t>
            </a:r>
            <a:r>
              <a:rPr lang="es-CL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
Departamento de Ingeniería Mecánica</a:t>
            </a:r>
            <a:endParaRPr lang="es-CL" sz="1600" noProof="0" dirty="0"/>
          </a:p>
        </p:txBody>
      </p:sp>
      <p:sp>
        <p:nvSpPr>
          <p:cNvPr id="5" name="Text 2"/>
          <p:cNvSpPr/>
          <p:nvPr/>
        </p:nvSpPr>
        <p:spPr>
          <a:xfrm>
            <a:off x="822960" y="2103120"/>
            <a:ext cx="1054577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8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un banco de ensayos para simulación de carga</a:t>
            </a:r>
          </a:p>
          <a:p>
            <a:pPr marL="0" indent="0" algn="ctr">
              <a:buNone/>
            </a:pPr>
            <a:r>
              <a:rPr lang="es-CL" sz="28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fluidodinámica en control activo de aletas</a:t>
            </a:r>
            <a:endParaRPr lang="es-CL" sz="2800" noProof="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800" b="1" noProof="0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avance — Memoria de Título</a:t>
            </a:r>
            <a:endParaRPr lang="es-CL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822960" y="46634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Arriagada Cuadra</a:t>
            </a:r>
            <a:endParaRPr lang="es-CL" sz="1600" noProof="0" dirty="0"/>
          </a:p>
          <a:p>
            <a:pPr marL="0" indent="0" algn="ctr">
              <a:buNone/>
            </a:pPr>
            <a:r>
              <a:rPr lang="es-CL" sz="16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 guía: Bernardo Hernández · Frank Tinnap</a:t>
            </a:r>
            <a:endParaRPr lang="es-CL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de octubre de 2026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Contexto y objetivo del proyecto</a:t>
            </a:r>
            <a:endParaRPr lang="es-CL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s-CL" sz="17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dimensionar actuadores de superficies de control requiere cargas representativas. La simulación computacional permite estimarlas, pero no existe una metodología sistemática para trasladar esas cargas a un ensayo experimental temprano sobre el actuador.</a:t>
            </a:r>
            <a:endParaRPr lang="es-CL" sz="1700" noProof="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s-CL" sz="17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diseñar e implementar un banco de ensayos que reproduzca físicamente cargas obtenidas por simulación computacional, para apoyar el dimensionamiento y caracterización de actuadores COTS.</a:t>
            </a:r>
            <a:endParaRPr lang="es-CL" sz="17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Modelo de banco de ensayos</a:t>
            </a:r>
            <a:endParaRPr lang="es-CL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200" noProof="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301795FA-6469-F0A8-AE2B-F0B90E58E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033" y="1058422"/>
            <a:ext cx="7641627" cy="47411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256DA-8A90-9F1D-4EB3-299790DFA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75B08A-DF76-7BAB-5527-826AA538A921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B9C83C-3ADC-6695-4F76-072DE44DB0EF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Avances en CFD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48EBFC-950F-9572-C287-F02D70377BE9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20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F5CFF3C-4CA0-EF5E-A670-0FEFA63A26B0}"/>
              </a:ext>
            </a:extLst>
          </p:cNvPr>
          <p:cNvSpPr/>
          <p:nvPr/>
        </p:nvSpPr>
        <p:spPr>
          <a:xfrm>
            <a:off x="365760" y="1325880"/>
            <a:ext cx="1146017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s-CL" sz="17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s-CL" sz="17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Obtener el momento de bisagra de un flap de un perfil NACA0012 en función de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s-MX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δ: ángulo de deflexión de la superficie de control.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s-MX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condición de vuelo.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s-MX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AoA: ángulo de ataque.</a:t>
            </a:r>
          </a:p>
          <a:p>
            <a:pPr>
              <a:spcAft>
                <a:spcPts val="1600"/>
              </a:spcAft>
              <a:buSzPct val="100000"/>
            </a:pP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600"/>
              </a:spcAft>
              <a:buSzPct val="100000"/>
              <a:buFontTx/>
              <a:buChar char="•"/>
            </a:pP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actual:</a:t>
            </a:r>
          </a:p>
          <a:p>
            <a:pPr marL="800100" lvl="1" indent="-342900">
              <a:spcAft>
                <a:spcPts val="1600"/>
              </a:spcAft>
              <a:buSzPct val="100000"/>
              <a:buFontTx/>
              <a:buChar char="•"/>
            </a:pP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geometrías en formato Selig → Mallar con Python Gmsh → Convertir a polyMesh de OpenFOAM → Resolver usando simpleFOAM → extraer coeficientes de fuerza y momento de bisagra → registrar todo en Resultados.csv</a:t>
            </a:r>
          </a:p>
          <a:p>
            <a:pPr marL="342900" indent="-342900">
              <a:spcAft>
                <a:spcPts val="1600"/>
              </a:spcAft>
              <a:buSzPct val="100000"/>
              <a:buFontTx/>
              <a:buChar char="•"/>
            </a:pPr>
            <a:r>
              <a:rPr lang="es-CL" dirty="0"/>
              <a:t>simpleFOAM​ (RANS estacionario incompresible) + Spalart-Allmaras</a:t>
            </a: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>
              <a:spcAft>
                <a:spcPts val="1600"/>
              </a:spcAft>
              <a:buSzPct val="100000"/>
            </a:pP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577317-6D97-577A-1F20-C7CB177378CB}"/>
              </a:ext>
            </a:extLst>
          </p:cNvPr>
          <p:cNvSpPr txBox="1"/>
          <p:nvPr/>
        </p:nvSpPr>
        <p:spPr>
          <a:xfrm>
            <a:off x="2285847" y="3283696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i="1" dirty="0"/>
              <a:t>De momento no he variado la densidad ni he considerado la compresibilidad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7B8C94D-CDA8-80D7-090D-8207F79A257D}"/>
              </a:ext>
            </a:extLst>
          </p:cNvPr>
          <p:cNvSpPr txBox="1"/>
          <p:nvPr/>
        </p:nvSpPr>
        <p:spPr>
          <a:xfrm>
            <a:off x="2285847" y="5241512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i="1" dirty="0"/>
              <a:t>Pipeline actual validado en barrido simple de 45 simulaciones</a:t>
            </a:r>
          </a:p>
          <a:p>
            <a:pPr algn="ctr"/>
            <a:r>
              <a:rPr lang="el-GR" b="1" i="1" dirty="0"/>
              <a:t>δ ∈ {−10°, 0°, 10°}, </a:t>
            </a:r>
            <a:r>
              <a:rPr lang="es-CL" b="1" i="1" dirty="0"/>
              <a:t>Mach ∈ {0.1, 0.15, 0.2},AoA ∈ {−4°, 0°, 4°, 8°, 12°}</a:t>
            </a:r>
          </a:p>
        </p:txBody>
      </p:sp>
    </p:spTree>
    <p:extLst>
      <p:ext uri="{BB962C8B-B14F-4D97-AF65-F5344CB8AC3E}">
        <p14:creationId xmlns:p14="http://schemas.microsoft.com/office/powerpoint/2010/main" val="3190574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3D535-DA6A-CFFD-7A3E-01D7F8C98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3367AE-7345-FDAC-2CC3-BD83F14857A0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E39163-DE78-8673-5E40-79F5C6CA609B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Avances en CFD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FB79F5-6661-D117-3F46-B3D850DFB15B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5B1387C-2FB9-BFD3-C04A-ECB5FF08B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39" y="1831697"/>
            <a:ext cx="4734586" cy="398200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19020EF-05B5-5A16-1BBA-F625AF61C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464" y="2595370"/>
            <a:ext cx="6731597" cy="245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97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E9280-9E59-EB2F-7F5E-418D4640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1A709B-C8AA-2B64-DDEE-DF169DB7DF0D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969855-F236-4238-7595-5DB100E4FB85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Avances en CFD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61A82-E1DA-83F8-3192-2B578FD240F7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E1F112-72FB-C924-ABEA-CD2BD4609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464630"/>
            <a:ext cx="6096000" cy="378757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83235A4-7EA9-4C79-667C-B0A59634F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535213"/>
            <a:ext cx="6096000" cy="378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2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68877-4D33-A37A-F08E-F2A662C9D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27CE50-C198-2CEA-1FE1-2A4B21F56CFF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5E7D5D-44F5-83D8-3A7D-7A9A45161428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Avances en CFD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C67F0F-658D-DEEB-0824-913A19179891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CL" sz="12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55B096F9-11C4-3409-4D2D-B085965FA955}"/>
                  </a:ext>
                </a:extLst>
              </p:cNvPr>
              <p:cNvSpPr/>
              <p:nvPr/>
            </p:nvSpPr>
            <p:spPr>
              <a:xfrm>
                <a:off x="365760" y="1325880"/>
                <a:ext cx="11460175" cy="48463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spcAft>
                    <a:spcPts val="1600"/>
                  </a:spcAft>
                  <a:buSzPct val="100000"/>
                  <a:buChar char="•"/>
                </a:pPr>
                <a:r>
                  <a:rPr lang="es-MX" sz="17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Fenomenología de la aerodinámica no estacionaria:</a:t>
                </a:r>
              </a:p>
              <a:p>
                <a:pPr marL="800100" lvl="1" indent="-342900">
                  <a:spcAft>
                    <a:spcPts val="1600"/>
                  </a:spcAft>
                  <a:buSzPct val="100000"/>
                  <a:buChar char="•"/>
                </a:pPr>
                <a:r>
                  <a:rPr lang="es-CL" sz="17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Efecto de masa aparente: </a:t>
                </a:r>
                <a:r>
                  <a:rPr lang="es-MX" sz="17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Cuando una superficie acelera dentro de un fluido tiene que acelerar el fluido inmediatamente adyacente a ella. → Momentos máximos en los instantes de arranque y de frenado.</a:t>
                </a:r>
              </a:p>
              <a:p>
                <a:pPr marL="800100" lvl="1" indent="-342900">
                  <a:spcAft>
                    <a:spcPts val="1600"/>
                  </a:spcAft>
                  <a:buSzPct val="100000"/>
                  <a:buChar char="•"/>
                </a:pPr>
                <a:r>
                  <a:rPr lang="es-CL" sz="17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Efecto Wagner/teoría aeroelástica: </a:t>
                </a:r>
                <a:r>
                  <a:rPr lang="es-CL" sz="17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Los fluidos no se reorganizan instantáneamente ante un cambio de geometría.   </a:t>
                </a:r>
                <a14:m>
                  <m:oMath xmlns:m="http://schemas.openxmlformats.org/officeDocument/2006/math">
                    <m:r>
                      <a:rPr lang="es-CL" sz="17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r>
                      <a:rPr lang="es-CL" sz="17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f>
                      <m:fPr>
                        <m:ctrlPr>
                          <a:rPr lang="es-CL" sz="17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fPr>
                      <m:num>
                        <m:r>
                          <a:rPr lang="es-CL" sz="17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𝜔</m:t>
                        </m:r>
                        <m:r>
                          <a:rPr lang="es-CL" sz="17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𝑐</m:t>
                        </m:r>
                      </m:num>
                      <m:den>
                        <m:r>
                          <a:rPr lang="es-CL" sz="17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  <m:r>
                          <a:rPr lang="es-CL" sz="17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𝑈</m:t>
                        </m:r>
                      </m:den>
                    </m:f>
                  </m:oMath>
                </a14:m>
                <a:r>
                  <a:rPr lang="es-CL" sz="17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para </a:t>
                </a:r>
                <a14:m>
                  <m:oMath xmlns:m="http://schemas.openxmlformats.org/officeDocument/2006/math">
                    <m:r>
                      <a:rPr lang="es-CL" sz="17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r>
                      <a:rPr lang="es-CL" sz="17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≥0.05</m:t>
                    </m:r>
                  </m:oMath>
                </a14:m>
                <a:r>
                  <a:rPr lang="es-CL" sz="17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s-CL" sz="17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los efectos no estacionarios empiezan a ser relevantes. → Flujos lentos y movimientos rápidos.</a:t>
                </a:r>
                <a:endParaRPr lang="es-CL" sz="17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lvl="1">
                  <a:spcAft>
                    <a:spcPts val="1600"/>
                  </a:spcAft>
                  <a:buSzPct val="100000"/>
                </a:pPr>
                <a:endParaRPr lang="es-CL" sz="17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55B096F9-11C4-3409-4D2D-B085965FA9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325880"/>
                <a:ext cx="11460175" cy="4846320"/>
              </a:xfrm>
              <a:prstGeom prst="rect">
                <a:avLst/>
              </a:prstGeom>
              <a:blipFill>
                <a:blip r:embed="rId3"/>
                <a:stretch>
                  <a:fillRect l="-319" t="-503"/>
                </a:stretch>
              </a:blipFill>
              <a:ln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adroTexto 12">
            <a:extLst>
              <a:ext uri="{FF2B5EF4-FFF2-40B4-BE49-F238E27FC236}">
                <a16:creationId xmlns:a16="http://schemas.microsoft.com/office/drawing/2014/main" id="{D5FAE618-5D8D-F53B-BFF0-D0BD6AE78199}"/>
              </a:ext>
            </a:extLst>
          </p:cNvPr>
          <p:cNvSpPr txBox="1"/>
          <p:nvPr/>
        </p:nvSpPr>
        <p:spPr>
          <a:xfrm>
            <a:off x="2285847" y="3283696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i="1" dirty="0"/>
              <a:t>Solución propuesta: pimpleFOAM y mesh morphing </a:t>
            </a:r>
          </a:p>
        </p:txBody>
      </p:sp>
    </p:spTree>
    <p:extLst>
      <p:ext uri="{BB962C8B-B14F-4D97-AF65-F5344CB8AC3E}">
        <p14:creationId xmlns:p14="http://schemas.microsoft.com/office/powerpoint/2010/main" val="3134317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397</Words>
  <Application>Microsoft Office PowerPoint</Application>
  <PresentationFormat>Panorámica</PresentationFormat>
  <Paragraphs>43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José Ignacio Arriagada Cuadra</cp:lastModifiedBy>
  <cp:revision>10</cp:revision>
  <dcterms:created xsi:type="dcterms:W3CDTF">2026-08-20T22:38:16Z</dcterms:created>
  <dcterms:modified xsi:type="dcterms:W3CDTF">2026-10-09T02:02:28Z</dcterms:modified>
</cp:coreProperties>
</file>